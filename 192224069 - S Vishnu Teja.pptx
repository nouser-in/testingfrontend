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16459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F5CD"/>
    <a:srgbClr val="FCDCBF"/>
    <a:srgbClr val="BFE7FF"/>
    <a:srgbClr val="FFCFE7"/>
    <a:srgbClr val="FED67F"/>
    <a:srgbClr val="5F5F5F"/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25" d="100"/>
          <a:sy n="25" d="100"/>
        </p:scale>
        <p:origin x="1868" y="-17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4441" y="5387365"/>
            <a:ext cx="13990320" cy="11460480"/>
          </a:xfrm>
        </p:spPr>
        <p:txBody>
          <a:bodyPr anchor="b"/>
          <a:lstStyle>
            <a:lvl1pPr algn="ctr">
              <a:defRPr sz="108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57400" y="17289780"/>
            <a:ext cx="12344400" cy="7947659"/>
          </a:xfrm>
        </p:spPr>
        <p:txBody>
          <a:bodyPr/>
          <a:lstStyle>
            <a:lvl1pPr marL="0" indent="0" algn="ctr">
              <a:buNone/>
              <a:defRPr sz="4323"/>
            </a:lvl1pPr>
            <a:lvl2pPr marL="823285" indent="0" algn="ctr">
              <a:buNone/>
              <a:defRPr sz="3602"/>
            </a:lvl2pPr>
            <a:lvl3pPr marL="1646571" indent="0" algn="ctr">
              <a:buNone/>
              <a:defRPr sz="3241"/>
            </a:lvl3pPr>
            <a:lvl4pPr marL="2469856" indent="0" algn="ctr">
              <a:buNone/>
              <a:defRPr sz="2880"/>
            </a:lvl4pPr>
            <a:lvl5pPr marL="3293142" indent="0" algn="ctr">
              <a:buNone/>
              <a:defRPr sz="2880"/>
            </a:lvl5pPr>
            <a:lvl6pPr marL="4116427" indent="0" algn="ctr">
              <a:buNone/>
              <a:defRPr sz="2880"/>
            </a:lvl6pPr>
            <a:lvl7pPr marL="4939713" indent="0" algn="ctr">
              <a:buNone/>
              <a:defRPr sz="2880"/>
            </a:lvl7pPr>
            <a:lvl8pPr marL="5762993" indent="0" algn="ctr">
              <a:buNone/>
              <a:defRPr sz="2880"/>
            </a:lvl8pPr>
            <a:lvl9pPr marL="6586284" indent="0" algn="ctr">
              <a:buNone/>
              <a:defRPr sz="28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DA87-17A3-43A0-B86E-2FCFB6EFBC32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33070-D223-4E7B-BBE1-DD4C7F7A13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8891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DA87-17A3-43A0-B86E-2FCFB6EFBC32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33070-D223-4E7B-BBE1-DD4C7F7A13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1152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2998" y="8206752"/>
            <a:ext cx="14196060" cy="13693136"/>
          </a:xfrm>
        </p:spPr>
        <p:txBody>
          <a:bodyPr anchor="b"/>
          <a:lstStyle>
            <a:lvl1pPr>
              <a:defRPr sz="108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2998" y="22029429"/>
            <a:ext cx="14196060" cy="7200899"/>
          </a:xfrm>
        </p:spPr>
        <p:txBody>
          <a:bodyPr/>
          <a:lstStyle>
            <a:lvl1pPr marL="0" indent="0">
              <a:buNone/>
              <a:defRPr sz="4323">
                <a:solidFill>
                  <a:schemeClr val="tx1"/>
                </a:solidFill>
              </a:defRPr>
            </a:lvl1pPr>
            <a:lvl2pPr marL="823285" indent="0">
              <a:buNone/>
              <a:defRPr sz="3602">
                <a:solidFill>
                  <a:schemeClr val="tx1">
                    <a:tint val="75000"/>
                  </a:schemeClr>
                </a:solidFill>
              </a:defRPr>
            </a:lvl2pPr>
            <a:lvl3pPr marL="1646571" indent="0">
              <a:buNone/>
              <a:defRPr sz="3241">
                <a:solidFill>
                  <a:schemeClr val="tx1">
                    <a:tint val="75000"/>
                  </a:schemeClr>
                </a:solidFill>
              </a:defRPr>
            </a:lvl3pPr>
            <a:lvl4pPr marL="2469856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4pPr>
            <a:lvl5pPr marL="3293142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5pPr>
            <a:lvl6pPr marL="4116427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6pPr>
            <a:lvl7pPr marL="4939713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7pPr>
            <a:lvl8pPr marL="5762993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8pPr>
            <a:lvl9pPr marL="6586284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DA87-17A3-43A0-B86E-2FCFB6EFBC32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33070-D223-4E7B-BBE1-DD4C7F7A13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4664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31570" y="8763025"/>
            <a:ext cx="6995160" cy="208864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32470" y="8763025"/>
            <a:ext cx="6995160" cy="208864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DA87-17A3-43A0-B86E-2FCFB6EFBC32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33070-D223-4E7B-BBE1-DD4C7F7A13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6996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14" y="1752608"/>
            <a:ext cx="14196060" cy="63627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33716" y="8069588"/>
            <a:ext cx="6963012" cy="3954780"/>
          </a:xfrm>
        </p:spPr>
        <p:txBody>
          <a:bodyPr anchor="b"/>
          <a:lstStyle>
            <a:lvl1pPr marL="0" indent="0">
              <a:buNone/>
              <a:defRPr sz="4323" b="1"/>
            </a:lvl1pPr>
            <a:lvl2pPr marL="823285" indent="0">
              <a:buNone/>
              <a:defRPr sz="3602" b="1"/>
            </a:lvl2pPr>
            <a:lvl3pPr marL="1646571" indent="0">
              <a:buNone/>
              <a:defRPr sz="3241" b="1"/>
            </a:lvl3pPr>
            <a:lvl4pPr marL="2469856" indent="0">
              <a:buNone/>
              <a:defRPr sz="2880" b="1"/>
            </a:lvl4pPr>
            <a:lvl5pPr marL="3293142" indent="0">
              <a:buNone/>
              <a:defRPr sz="2880" b="1"/>
            </a:lvl5pPr>
            <a:lvl6pPr marL="4116427" indent="0">
              <a:buNone/>
              <a:defRPr sz="2880" b="1"/>
            </a:lvl6pPr>
            <a:lvl7pPr marL="4939713" indent="0">
              <a:buNone/>
              <a:defRPr sz="2880" b="1"/>
            </a:lvl7pPr>
            <a:lvl8pPr marL="5762993" indent="0">
              <a:buNone/>
              <a:defRPr sz="2880" b="1"/>
            </a:lvl8pPr>
            <a:lvl9pPr marL="6586284" indent="0">
              <a:buNone/>
              <a:defRPr sz="2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33716" y="12024360"/>
            <a:ext cx="6963012" cy="176860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332471" y="8069588"/>
            <a:ext cx="6997304" cy="3954780"/>
          </a:xfrm>
        </p:spPr>
        <p:txBody>
          <a:bodyPr anchor="b"/>
          <a:lstStyle>
            <a:lvl1pPr marL="0" indent="0">
              <a:buNone/>
              <a:defRPr sz="4323" b="1"/>
            </a:lvl1pPr>
            <a:lvl2pPr marL="823285" indent="0">
              <a:buNone/>
              <a:defRPr sz="3602" b="1"/>
            </a:lvl2pPr>
            <a:lvl3pPr marL="1646571" indent="0">
              <a:buNone/>
              <a:defRPr sz="3241" b="1"/>
            </a:lvl3pPr>
            <a:lvl4pPr marL="2469856" indent="0">
              <a:buNone/>
              <a:defRPr sz="2880" b="1"/>
            </a:lvl4pPr>
            <a:lvl5pPr marL="3293142" indent="0">
              <a:buNone/>
              <a:defRPr sz="2880" b="1"/>
            </a:lvl5pPr>
            <a:lvl6pPr marL="4116427" indent="0">
              <a:buNone/>
              <a:defRPr sz="2880" b="1"/>
            </a:lvl6pPr>
            <a:lvl7pPr marL="4939713" indent="0">
              <a:buNone/>
              <a:defRPr sz="2880" b="1"/>
            </a:lvl7pPr>
            <a:lvl8pPr marL="5762993" indent="0">
              <a:buNone/>
              <a:defRPr sz="2880" b="1"/>
            </a:lvl8pPr>
            <a:lvl9pPr marL="6586284" indent="0">
              <a:buNone/>
              <a:defRPr sz="2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332471" y="12024360"/>
            <a:ext cx="6997304" cy="176860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DA87-17A3-43A0-B86E-2FCFB6EFBC32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33070-D223-4E7B-BBE1-DD4C7F7A13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2208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DA87-17A3-43A0-B86E-2FCFB6EFBC32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33070-D223-4E7B-BBE1-DD4C7F7A13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7478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DA87-17A3-43A0-B86E-2FCFB6EFBC32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33070-D223-4E7B-BBE1-DD4C7F7A13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8770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14" y="2194584"/>
            <a:ext cx="5308520" cy="7680961"/>
          </a:xfrm>
        </p:spPr>
        <p:txBody>
          <a:bodyPr anchor="b"/>
          <a:lstStyle>
            <a:lvl1pPr>
              <a:defRPr sz="576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97304" y="4739649"/>
            <a:ext cx="8332470" cy="23393398"/>
          </a:xfrm>
        </p:spPr>
        <p:txBody>
          <a:bodyPr/>
          <a:lstStyle>
            <a:lvl1pPr>
              <a:defRPr sz="5761"/>
            </a:lvl1pPr>
            <a:lvl2pPr>
              <a:defRPr sz="5039"/>
            </a:lvl2pPr>
            <a:lvl3pPr>
              <a:defRPr sz="4323"/>
            </a:lvl3pPr>
            <a:lvl4pPr>
              <a:defRPr sz="3602"/>
            </a:lvl4pPr>
            <a:lvl5pPr>
              <a:defRPr sz="3602"/>
            </a:lvl5pPr>
            <a:lvl6pPr>
              <a:defRPr sz="3602"/>
            </a:lvl6pPr>
            <a:lvl7pPr>
              <a:defRPr sz="3602"/>
            </a:lvl7pPr>
            <a:lvl8pPr>
              <a:defRPr sz="3602"/>
            </a:lvl8pPr>
            <a:lvl9pPr>
              <a:defRPr sz="360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33714" y="9875517"/>
            <a:ext cx="5308520" cy="18295624"/>
          </a:xfrm>
        </p:spPr>
        <p:txBody>
          <a:bodyPr/>
          <a:lstStyle>
            <a:lvl1pPr marL="0" indent="0">
              <a:buNone/>
              <a:defRPr sz="2880"/>
            </a:lvl1pPr>
            <a:lvl2pPr marL="823285" indent="0">
              <a:buNone/>
              <a:defRPr sz="2520"/>
            </a:lvl2pPr>
            <a:lvl3pPr marL="1646571" indent="0">
              <a:buNone/>
              <a:defRPr sz="2159"/>
            </a:lvl3pPr>
            <a:lvl4pPr marL="2469856" indent="0">
              <a:buNone/>
              <a:defRPr sz="1798"/>
            </a:lvl4pPr>
            <a:lvl5pPr marL="3293142" indent="0">
              <a:buNone/>
              <a:defRPr sz="1798"/>
            </a:lvl5pPr>
            <a:lvl6pPr marL="4116427" indent="0">
              <a:buNone/>
              <a:defRPr sz="1798"/>
            </a:lvl6pPr>
            <a:lvl7pPr marL="4939713" indent="0">
              <a:buNone/>
              <a:defRPr sz="1798"/>
            </a:lvl7pPr>
            <a:lvl8pPr marL="5762993" indent="0">
              <a:buNone/>
              <a:defRPr sz="1798"/>
            </a:lvl8pPr>
            <a:lvl9pPr marL="6586284" indent="0">
              <a:buNone/>
              <a:defRPr sz="179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DA87-17A3-43A0-B86E-2FCFB6EFBC32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33070-D223-4E7B-BBE1-DD4C7F7A13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98828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14" y="2194584"/>
            <a:ext cx="5308520" cy="7680961"/>
          </a:xfrm>
        </p:spPr>
        <p:txBody>
          <a:bodyPr anchor="b"/>
          <a:lstStyle>
            <a:lvl1pPr>
              <a:defRPr sz="576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97304" y="4739649"/>
            <a:ext cx="8332470" cy="23393398"/>
          </a:xfrm>
        </p:spPr>
        <p:txBody>
          <a:bodyPr anchor="t"/>
          <a:lstStyle>
            <a:lvl1pPr marL="0" indent="0">
              <a:buNone/>
              <a:defRPr sz="5761"/>
            </a:lvl1pPr>
            <a:lvl2pPr marL="823285" indent="0">
              <a:buNone/>
              <a:defRPr sz="5039"/>
            </a:lvl2pPr>
            <a:lvl3pPr marL="1646571" indent="0">
              <a:buNone/>
              <a:defRPr sz="4323"/>
            </a:lvl3pPr>
            <a:lvl4pPr marL="2469856" indent="0">
              <a:buNone/>
              <a:defRPr sz="3602"/>
            </a:lvl4pPr>
            <a:lvl5pPr marL="3293142" indent="0">
              <a:buNone/>
              <a:defRPr sz="3602"/>
            </a:lvl5pPr>
            <a:lvl6pPr marL="4116427" indent="0">
              <a:buNone/>
              <a:defRPr sz="3602"/>
            </a:lvl6pPr>
            <a:lvl7pPr marL="4939713" indent="0">
              <a:buNone/>
              <a:defRPr sz="3602"/>
            </a:lvl7pPr>
            <a:lvl8pPr marL="5762993" indent="0">
              <a:buNone/>
              <a:defRPr sz="3602"/>
            </a:lvl8pPr>
            <a:lvl9pPr marL="6586284" indent="0">
              <a:buNone/>
              <a:defRPr sz="360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33714" y="9875517"/>
            <a:ext cx="5308520" cy="18295624"/>
          </a:xfrm>
        </p:spPr>
        <p:txBody>
          <a:bodyPr/>
          <a:lstStyle>
            <a:lvl1pPr marL="0" indent="0">
              <a:buNone/>
              <a:defRPr sz="2880"/>
            </a:lvl1pPr>
            <a:lvl2pPr marL="823285" indent="0">
              <a:buNone/>
              <a:defRPr sz="2520"/>
            </a:lvl2pPr>
            <a:lvl3pPr marL="1646571" indent="0">
              <a:buNone/>
              <a:defRPr sz="2159"/>
            </a:lvl3pPr>
            <a:lvl4pPr marL="2469856" indent="0">
              <a:buNone/>
              <a:defRPr sz="1798"/>
            </a:lvl4pPr>
            <a:lvl5pPr marL="3293142" indent="0">
              <a:buNone/>
              <a:defRPr sz="1798"/>
            </a:lvl5pPr>
            <a:lvl6pPr marL="4116427" indent="0">
              <a:buNone/>
              <a:defRPr sz="1798"/>
            </a:lvl6pPr>
            <a:lvl7pPr marL="4939713" indent="0">
              <a:buNone/>
              <a:defRPr sz="1798"/>
            </a:lvl7pPr>
            <a:lvl8pPr marL="5762993" indent="0">
              <a:buNone/>
              <a:defRPr sz="1798"/>
            </a:lvl8pPr>
            <a:lvl9pPr marL="6586284" indent="0">
              <a:buNone/>
              <a:defRPr sz="179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DA87-17A3-43A0-B86E-2FCFB6EFBC32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33070-D223-4E7B-BBE1-DD4C7F7A13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985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DA87-17A3-43A0-B86E-2FCFB6EFBC32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33070-D223-4E7B-BBE1-DD4C7F7A13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4979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78616" y="1752621"/>
            <a:ext cx="3549015" cy="2789682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31576" y="1752621"/>
            <a:ext cx="10441305" cy="278968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DA87-17A3-43A0-B86E-2FCFB6EFBC32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33070-D223-4E7B-BBE1-DD4C7F7A13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149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31570" y="1752608"/>
            <a:ext cx="14196060" cy="63627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31570" y="8763025"/>
            <a:ext cx="14196060" cy="20886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31570" y="30510502"/>
            <a:ext cx="3703320" cy="17525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5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22DA87-17A3-43A0-B86E-2FCFB6EFBC32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452110" y="30510502"/>
            <a:ext cx="5554980" cy="17525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5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24310" y="30510502"/>
            <a:ext cx="3703320" cy="17525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5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033070-D223-4E7B-BBE1-DD4C7F7A13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6797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646571" rtl="0" eaLnBrk="1" latinLnBrk="0" hangingPunct="1">
        <a:lnSpc>
          <a:spcPct val="90000"/>
        </a:lnSpc>
        <a:spcBef>
          <a:spcPct val="0"/>
        </a:spcBef>
        <a:buNone/>
        <a:defRPr sz="79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11645" indent="-411645" algn="l" defTabSz="1646571" rtl="0" eaLnBrk="1" latinLnBrk="0" hangingPunct="1">
        <a:lnSpc>
          <a:spcPct val="90000"/>
        </a:lnSpc>
        <a:spcBef>
          <a:spcPts val="1798"/>
        </a:spcBef>
        <a:buFont typeface="Arial" panose="020B0604020202020204" pitchFamily="34" charset="0"/>
        <a:buChar char="•"/>
        <a:defRPr sz="5039" kern="1200">
          <a:solidFill>
            <a:schemeClr val="tx1"/>
          </a:solidFill>
          <a:latin typeface="+mn-lt"/>
          <a:ea typeface="+mn-ea"/>
          <a:cs typeface="+mn-cs"/>
        </a:defRPr>
      </a:lvl1pPr>
      <a:lvl2pPr marL="1234930" indent="-411645" algn="l" defTabSz="1646571" rtl="0" eaLnBrk="1" latinLnBrk="0" hangingPunct="1">
        <a:lnSpc>
          <a:spcPct val="90000"/>
        </a:lnSpc>
        <a:spcBef>
          <a:spcPts val="899"/>
        </a:spcBef>
        <a:buFont typeface="Arial" panose="020B0604020202020204" pitchFamily="34" charset="0"/>
        <a:buChar char="•"/>
        <a:defRPr sz="4323" kern="1200">
          <a:solidFill>
            <a:schemeClr val="tx1"/>
          </a:solidFill>
          <a:latin typeface="+mn-lt"/>
          <a:ea typeface="+mn-ea"/>
          <a:cs typeface="+mn-cs"/>
        </a:defRPr>
      </a:lvl2pPr>
      <a:lvl3pPr marL="2058212" indent="-411645" algn="l" defTabSz="1646571" rtl="0" eaLnBrk="1" latinLnBrk="0" hangingPunct="1">
        <a:lnSpc>
          <a:spcPct val="90000"/>
        </a:lnSpc>
        <a:spcBef>
          <a:spcPts val="899"/>
        </a:spcBef>
        <a:buFont typeface="Arial" panose="020B0604020202020204" pitchFamily="34" charset="0"/>
        <a:buChar char="•"/>
        <a:defRPr sz="3602" kern="1200">
          <a:solidFill>
            <a:schemeClr val="tx1"/>
          </a:solidFill>
          <a:latin typeface="+mn-lt"/>
          <a:ea typeface="+mn-ea"/>
          <a:cs typeface="+mn-cs"/>
        </a:defRPr>
      </a:lvl3pPr>
      <a:lvl4pPr marL="2881502" indent="-411645" algn="l" defTabSz="1646571" rtl="0" eaLnBrk="1" latinLnBrk="0" hangingPunct="1">
        <a:lnSpc>
          <a:spcPct val="90000"/>
        </a:lnSpc>
        <a:spcBef>
          <a:spcPts val="899"/>
        </a:spcBef>
        <a:buFont typeface="Arial" panose="020B0604020202020204" pitchFamily="34" charset="0"/>
        <a:buChar char="•"/>
        <a:defRPr sz="3241" kern="1200">
          <a:solidFill>
            <a:schemeClr val="tx1"/>
          </a:solidFill>
          <a:latin typeface="+mn-lt"/>
          <a:ea typeface="+mn-ea"/>
          <a:cs typeface="+mn-cs"/>
        </a:defRPr>
      </a:lvl4pPr>
      <a:lvl5pPr marL="3704783" indent="-411645" algn="l" defTabSz="1646571" rtl="0" eaLnBrk="1" latinLnBrk="0" hangingPunct="1">
        <a:lnSpc>
          <a:spcPct val="90000"/>
        </a:lnSpc>
        <a:spcBef>
          <a:spcPts val="899"/>
        </a:spcBef>
        <a:buFont typeface="Arial" panose="020B0604020202020204" pitchFamily="34" charset="0"/>
        <a:buChar char="•"/>
        <a:defRPr sz="3241" kern="1200">
          <a:solidFill>
            <a:schemeClr val="tx1"/>
          </a:solidFill>
          <a:latin typeface="+mn-lt"/>
          <a:ea typeface="+mn-ea"/>
          <a:cs typeface="+mn-cs"/>
        </a:defRPr>
      </a:lvl5pPr>
      <a:lvl6pPr marL="4528073" indent="-411645" algn="l" defTabSz="1646571" rtl="0" eaLnBrk="1" latinLnBrk="0" hangingPunct="1">
        <a:lnSpc>
          <a:spcPct val="90000"/>
        </a:lnSpc>
        <a:spcBef>
          <a:spcPts val="899"/>
        </a:spcBef>
        <a:buFont typeface="Arial" panose="020B0604020202020204" pitchFamily="34" charset="0"/>
        <a:buChar char="•"/>
        <a:defRPr sz="3241" kern="1200">
          <a:solidFill>
            <a:schemeClr val="tx1"/>
          </a:solidFill>
          <a:latin typeface="+mn-lt"/>
          <a:ea typeface="+mn-ea"/>
          <a:cs typeface="+mn-cs"/>
        </a:defRPr>
      </a:lvl6pPr>
      <a:lvl7pPr marL="5351359" indent="-411645" algn="l" defTabSz="1646571" rtl="0" eaLnBrk="1" latinLnBrk="0" hangingPunct="1">
        <a:lnSpc>
          <a:spcPct val="90000"/>
        </a:lnSpc>
        <a:spcBef>
          <a:spcPts val="899"/>
        </a:spcBef>
        <a:buFont typeface="Arial" panose="020B0604020202020204" pitchFamily="34" charset="0"/>
        <a:buChar char="•"/>
        <a:defRPr sz="3241" kern="1200">
          <a:solidFill>
            <a:schemeClr val="tx1"/>
          </a:solidFill>
          <a:latin typeface="+mn-lt"/>
          <a:ea typeface="+mn-ea"/>
          <a:cs typeface="+mn-cs"/>
        </a:defRPr>
      </a:lvl7pPr>
      <a:lvl8pPr marL="6174639" indent="-411645" algn="l" defTabSz="1646571" rtl="0" eaLnBrk="1" latinLnBrk="0" hangingPunct="1">
        <a:lnSpc>
          <a:spcPct val="90000"/>
        </a:lnSpc>
        <a:spcBef>
          <a:spcPts val="899"/>
        </a:spcBef>
        <a:buFont typeface="Arial" panose="020B0604020202020204" pitchFamily="34" charset="0"/>
        <a:buChar char="•"/>
        <a:defRPr sz="3241" kern="1200">
          <a:solidFill>
            <a:schemeClr val="tx1"/>
          </a:solidFill>
          <a:latin typeface="+mn-lt"/>
          <a:ea typeface="+mn-ea"/>
          <a:cs typeface="+mn-cs"/>
        </a:defRPr>
      </a:lvl8pPr>
      <a:lvl9pPr marL="6997930" indent="-411645" algn="l" defTabSz="1646571" rtl="0" eaLnBrk="1" latinLnBrk="0" hangingPunct="1">
        <a:lnSpc>
          <a:spcPct val="90000"/>
        </a:lnSpc>
        <a:spcBef>
          <a:spcPts val="899"/>
        </a:spcBef>
        <a:buFont typeface="Arial" panose="020B0604020202020204" pitchFamily="34" charset="0"/>
        <a:buChar char="•"/>
        <a:defRPr sz="32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46571" rtl="0" eaLnBrk="1" latinLnBrk="0" hangingPunct="1">
        <a:defRPr sz="3241" kern="1200">
          <a:solidFill>
            <a:schemeClr val="tx1"/>
          </a:solidFill>
          <a:latin typeface="+mn-lt"/>
          <a:ea typeface="+mn-ea"/>
          <a:cs typeface="+mn-cs"/>
        </a:defRPr>
      </a:lvl1pPr>
      <a:lvl2pPr marL="823285" algn="l" defTabSz="1646571" rtl="0" eaLnBrk="1" latinLnBrk="0" hangingPunct="1">
        <a:defRPr sz="3241" kern="1200">
          <a:solidFill>
            <a:schemeClr val="tx1"/>
          </a:solidFill>
          <a:latin typeface="+mn-lt"/>
          <a:ea typeface="+mn-ea"/>
          <a:cs typeface="+mn-cs"/>
        </a:defRPr>
      </a:lvl2pPr>
      <a:lvl3pPr marL="1646571" algn="l" defTabSz="1646571" rtl="0" eaLnBrk="1" latinLnBrk="0" hangingPunct="1">
        <a:defRPr sz="3241" kern="1200">
          <a:solidFill>
            <a:schemeClr val="tx1"/>
          </a:solidFill>
          <a:latin typeface="+mn-lt"/>
          <a:ea typeface="+mn-ea"/>
          <a:cs typeface="+mn-cs"/>
        </a:defRPr>
      </a:lvl3pPr>
      <a:lvl4pPr marL="2469856" algn="l" defTabSz="1646571" rtl="0" eaLnBrk="1" latinLnBrk="0" hangingPunct="1">
        <a:defRPr sz="3241" kern="1200">
          <a:solidFill>
            <a:schemeClr val="tx1"/>
          </a:solidFill>
          <a:latin typeface="+mn-lt"/>
          <a:ea typeface="+mn-ea"/>
          <a:cs typeface="+mn-cs"/>
        </a:defRPr>
      </a:lvl4pPr>
      <a:lvl5pPr marL="3293142" algn="l" defTabSz="1646571" rtl="0" eaLnBrk="1" latinLnBrk="0" hangingPunct="1">
        <a:defRPr sz="3241" kern="1200">
          <a:solidFill>
            <a:schemeClr val="tx1"/>
          </a:solidFill>
          <a:latin typeface="+mn-lt"/>
          <a:ea typeface="+mn-ea"/>
          <a:cs typeface="+mn-cs"/>
        </a:defRPr>
      </a:lvl5pPr>
      <a:lvl6pPr marL="4116427" algn="l" defTabSz="1646571" rtl="0" eaLnBrk="1" latinLnBrk="0" hangingPunct="1">
        <a:defRPr sz="3241" kern="1200">
          <a:solidFill>
            <a:schemeClr val="tx1"/>
          </a:solidFill>
          <a:latin typeface="+mn-lt"/>
          <a:ea typeface="+mn-ea"/>
          <a:cs typeface="+mn-cs"/>
        </a:defRPr>
      </a:lvl6pPr>
      <a:lvl7pPr marL="4939713" algn="l" defTabSz="1646571" rtl="0" eaLnBrk="1" latinLnBrk="0" hangingPunct="1">
        <a:defRPr sz="3241" kern="1200">
          <a:solidFill>
            <a:schemeClr val="tx1"/>
          </a:solidFill>
          <a:latin typeface="+mn-lt"/>
          <a:ea typeface="+mn-ea"/>
          <a:cs typeface="+mn-cs"/>
        </a:defRPr>
      </a:lvl7pPr>
      <a:lvl8pPr marL="5762993" algn="l" defTabSz="1646571" rtl="0" eaLnBrk="1" latinLnBrk="0" hangingPunct="1">
        <a:defRPr sz="3241" kern="1200">
          <a:solidFill>
            <a:schemeClr val="tx1"/>
          </a:solidFill>
          <a:latin typeface="+mn-lt"/>
          <a:ea typeface="+mn-ea"/>
          <a:cs typeface="+mn-cs"/>
        </a:defRPr>
      </a:lvl8pPr>
      <a:lvl9pPr marL="6586284" algn="l" defTabSz="1646571" rtl="0" eaLnBrk="1" latinLnBrk="0" hangingPunct="1">
        <a:defRPr sz="32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AF757CC-C832-3EB9-8642-C2DADE82A7D6}"/>
              </a:ext>
            </a:extLst>
          </p:cNvPr>
          <p:cNvSpPr/>
          <p:nvPr/>
        </p:nvSpPr>
        <p:spPr>
          <a:xfrm>
            <a:off x="-1" y="1"/>
            <a:ext cx="16459202" cy="2692060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98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F827C5-EB36-36D8-57E4-E142A1A8C67D}"/>
              </a:ext>
            </a:extLst>
          </p:cNvPr>
          <p:cNvSpPr/>
          <p:nvPr/>
        </p:nvSpPr>
        <p:spPr>
          <a:xfrm>
            <a:off x="-5" y="3527768"/>
            <a:ext cx="16459203" cy="6292277"/>
          </a:xfrm>
          <a:prstGeom prst="rect">
            <a:avLst/>
          </a:prstGeom>
          <a:solidFill>
            <a:srgbClr val="FED67F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E37FD5-5EF1-EDB2-8DF3-A5AA932536BE}"/>
              </a:ext>
            </a:extLst>
          </p:cNvPr>
          <p:cNvSpPr/>
          <p:nvPr/>
        </p:nvSpPr>
        <p:spPr>
          <a:xfrm>
            <a:off x="-2" y="9835285"/>
            <a:ext cx="16459203" cy="6076719"/>
          </a:xfrm>
          <a:prstGeom prst="rect">
            <a:avLst/>
          </a:prstGeom>
          <a:solidFill>
            <a:srgbClr val="BFE7FF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021296-65E9-56EE-2F9B-01E9D7D98AE3}"/>
              </a:ext>
            </a:extLst>
          </p:cNvPr>
          <p:cNvSpPr/>
          <p:nvPr/>
        </p:nvSpPr>
        <p:spPr>
          <a:xfrm>
            <a:off x="-2" y="15891677"/>
            <a:ext cx="16459203" cy="6282125"/>
          </a:xfrm>
          <a:prstGeom prst="rect">
            <a:avLst/>
          </a:prstGeom>
          <a:solidFill>
            <a:srgbClr val="FFCFE7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98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C73F69-4CF5-AB24-E8A8-73DEEF223A8F}"/>
              </a:ext>
            </a:extLst>
          </p:cNvPr>
          <p:cNvSpPr/>
          <p:nvPr/>
        </p:nvSpPr>
        <p:spPr>
          <a:xfrm>
            <a:off x="-2" y="22179493"/>
            <a:ext cx="16459203" cy="6354475"/>
          </a:xfrm>
          <a:prstGeom prst="rect">
            <a:avLst/>
          </a:prstGeom>
          <a:solidFill>
            <a:srgbClr val="FCDCBF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98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B6150E-B6D9-0477-CF16-6A98BF9C825F}"/>
              </a:ext>
            </a:extLst>
          </p:cNvPr>
          <p:cNvSpPr/>
          <p:nvPr/>
        </p:nvSpPr>
        <p:spPr>
          <a:xfrm>
            <a:off x="-2" y="28533969"/>
            <a:ext cx="16459203" cy="4384428"/>
          </a:xfrm>
          <a:prstGeom prst="rect">
            <a:avLst/>
          </a:prstGeom>
          <a:solidFill>
            <a:srgbClr val="D7F5CD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98"/>
          </a:p>
        </p:txBody>
      </p:sp>
      <p:sp>
        <p:nvSpPr>
          <p:cNvPr id="19" name="Rectangle 18"/>
          <p:cNvSpPr/>
          <p:nvPr/>
        </p:nvSpPr>
        <p:spPr>
          <a:xfrm>
            <a:off x="187036" y="3691196"/>
            <a:ext cx="3261014" cy="47413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799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2799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700850-254E-CEFB-BC41-4AE4951B636A}"/>
              </a:ext>
            </a:extLst>
          </p:cNvPr>
          <p:cNvSpPr/>
          <p:nvPr/>
        </p:nvSpPr>
        <p:spPr>
          <a:xfrm>
            <a:off x="-2" y="2698062"/>
            <a:ext cx="16459203" cy="875425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798"/>
          </a:p>
        </p:txBody>
      </p:sp>
      <p:sp>
        <p:nvSpPr>
          <p:cNvPr id="22" name="Rectangle 21"/>
          <p:cNvSpPr/>
          <p:nvPr/>
        </p:nvSpPr>
        <p:spPr>
          <a:xfrm>
            <a:off x="187042" y="16110208"/>
            <a:ext cx="1879890" cy="5540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799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en-IN" sz="2799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87042" y="22386831"/>
            <a:ext cx="5908962" cy="5540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799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DISCUSSION AND CONCLUSION</a:t>
            </a:r>
            <a:endParaRPr lang="en-IN" sz="2799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87042" y="28619376"/>
            <a:ext cx="3022889" cy="5540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799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BIBLIOGRAPHY</a:t>
            </a:r>
            <a:endParaRPr lang="en-IN" sz="2799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7EBDFB-488C-7F01-6765-9DA15C34FC9B}"/>
              </a:ext>
            </a:extLst>
          </p:cNvPr>
          <p:cNvSpPr txBox="1"/>
          <p:nvPr/>
        </p:nvSpPr>
        <p:spPr>
          <a:xfrm>
            <a:off x="374075" y="2799752"/>
            <a:ext cx="15505042" cy="646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>
              <a:spcBef>
                <a:spcPts val="1200"/>
              </a:spcBef>
              <a:buNone/>
            </a:pPr>
            <a:r>
              <a:rPr lang="en-US" sz="3602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City –Public Works Department’s Neighborhood App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047" y="9979922"/>
            <a:ext cx="5185062" cy="5540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799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MATERIALS AND METHODS</a:t>
            </a:r>
            <a:endParaRPr lang="en-IN" sz="2799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62008D-D9AE-CC4A-00C7-D2C269A08BF0}"/>
              </a:ext>
            </a:extLst>
          </p:cNvPr>
          <p:cNvSpPr txBox="1"/>
          <p:nvPr/>
        </p:nvSpPr>
        <p:spPr>
          <a:xfrm>
            <a:off x="264817" y="16561538"/>
            <a:ext cx="10349440" cy="611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SmartCity App achieved a mean complaint management efficiency score of 91.84 compared to 42.15 for traditional complaint systems, demonstrating an overall efficiency improvement of approximately 117.8% during evaluation. </a:t>
            </a:r>
          </a:p>
          <a:p>
            <a:pPr marL="342900" marR="0" lvl="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complaint tracking and AI-assisted reporting reduced manual complaint handling complexity by nearly 52%, while improving complaint visibility and notification responsiveness across multiple testing scenarios.</a:t>
            </a:r>
          </a:p>
          <a:p>
            <a:pPr marL="342900" marR="0" lvl="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Image-based verification improved complaint accuracy and issue identification efficiency by approximately 63% compared to existing methods.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Statistical analysis showed greater transparency, quicker complaint access, and having improved efficiency, making the App scalable for smart governance.</a:t>
            </a:r>
          </a:p>
          <a:p>
            <a:pPr marL="342900" marR="0" lvl="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362008D-D9AE-CC4A-00C7-D2C269A08BF0}"/>
              </a:ext>
            </a:extLst>
          </p:cNvPr>
          <p:cNvSpPr txBox="1"/>
          <p:nvPr/>
        </p:nvSpPr>
        <p:spPr>
          <a:xfrm>
            <a:off x="243442" y="22906032"/>
            <a:ext cx="16028715" cy="5565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IN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SmartCity – PWD Neighborhood App improved civic communication by enabling citizens to report public issues digitally while increasing transparency, complaint visibility, and administrative response efficiency.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IN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AI-powered Civic Buddy assistance simplified complaint reporting through conversational interaction, helping users identify issue categories accurately while reducing confusion during complaint registration processes.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IN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Real-time complaint tracking and notification features enhanced user engagement by continuously updating citizens regarding complaint progress, resolution status, and administrative workflow activities within the application.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IN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Before-and-after proof image verification improved accountability by allowing users to visually confirm completed maintenance activities, increasing trust between citizens, contractors, and municipal authorities effectively.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IN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application demonstrated stable performance, user-friendly interaction, and scalable complaint management capabilities, making it suitable for improving smart governance and neighbourhood-level civic issue resolution systems.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62008D-D9AE-CC4A-00C7-D2C269A08BF0}"/>
              </a:ext>
            </a:extLst>
          </p:cNvPr>
          <p:cNvSpPr txBox="1"/>
          <p:nvPr/>
        </p:nvSpPr>
        <p:spPr>
          <a:xfrm>
            <a:off x="328936" y="29227204"/>
            <a:ext cx="15943216" cy="3470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 rtl="0">
              <a:spcBef>
                <a:spcPts val="1100"/>
              </a:spcBef>
              <a:buFont typeface="Arial" panose="020B0604020202020204" pitchFamily="34" charset="0"/>
              <a:buChar char="•"/>
            </a:pPr>
            <a:r>
              <a:rPr lang="en-IN" sz="2400" b="0" i="0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Android Developers. 2024. Android Developers Guide for Application Development Using Java and XML Technologies. Google LLC, California.</a:t>
            </a:r>
            <a:endParaRPr lang="en-US" sz="2400" b="0" i="0" strike="noStrik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 rtl="0">
              <a:spcBef>
                <a:spcPts val="1100"/>
              </a:spcBef>
              <a:buFont typeface="Arial" panose="020B0604020202020204" pitchFamily="34" charset="0"/>
              <a:buChar char="•"/>
            </a:pPr>
            <a:r>
              <a:rPr lang="en-IN" sz="2400" b="0" i="0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Kumar, R., and S. Prakash. 2023. “Smart Civic Issue Reporting and Tracking Systems Using Android Mobile Applications for Urban Governance.” International Journal of Smart City Technologies 12 (3): 88–97.</a:t>
            </a:r>
            <a:endParaRPr lang="en-US" sz="2400" b="0" i="0" strike="noStrik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 rtl="0">
              <a:spcBef>
                <a:spcPts val="1100"/>
              </a:spcBef>
              <a:buFont typeface="Arial" panose="020B0604020202020204" pitchFamily="34" charset="0"/>
              <a:buChar char="•"/>
            </a:pPr>
            <a:r>
              <a:rPr lang="en-IN" sz="2400" b="0" i="0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Sharma, P., and K. Reddy. 2022. “AI-Based Civic Complaint Management Systems for Smart Governance and Public Infrastructure Monitoring Applications.” Journal of Urban Computing and Intelligent Systems 9 (2): 45–54.</a:t>
            </a:r>
            <a:endParaRPr lang="en-US" sz="2400" b="0" i="0" strike="noStrik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 rtl="0">
              <a:spcBef>
                <a:spcPts val="1100"/>
              </a:spcBef>
              <a:buFont typeface="Arial" panose="020B0604020202020204" pitchFamily="34" charset="0"/>
              <a:buChar char="•"/>
            </a:pPr>
            <a:r>
              <a:rPr lang="en-IN" sz="2400" b="0" i="0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Patel, H., and M. Varma. 2021. “Real-Time Public Issue Monitoring and Complaint Tracking Using Android-Based Smart City Platforms.” International Journal of Advanced Software Engineering 7 (4): 112–120.</a:t>
            </a:r>
            <a:endParaRPr lang="en-US" sz="2400" b="0" i="0" strike="noStrik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8FB7E5-6242-6C7B-474E-D8347550AE7D}"/>
              </a:ext>
            </a:extLst>
          </p:cNvPr>
          <p:cNvSpPr txBox="1"/>
          <p:nvPr/>
        </p:nvSpPr>
        <p:spPr>
          <a:xfrm>
            <a:off x="243442" y="10398629"/>
            <a:ext cx="15952718" cy="5565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SmartCity – PWD Neighborhood App was developed using Android Studio with Java and XML technologies to implement complaint registration, complaint tracking, and civic issue management functionalities.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PHP and MySQL backend system was integrated to manage user authentication, complaint records, image uploads, complaint status updates, and administrative monitoring operations efficiently.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Maps API, GPS location services, and image upload features were incorporated to support accurate issue reporting, location tagging, and complaint verification processes.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Gemini AI and Dialog flow technologies were implemented through Civic Buddy to provide conversational guidance, issue identification, and AI-assisted complaint submission support for users.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application was tested using multiple civic issue scenarios including potholes, garbage collection, streetlight failures, waterlogging, and road maintenance complaints to evaluate usability, responsiveness, and workflow efficiency.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03A7FA-9FB5-174D-7054-0EB5C33C7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1867399" y="4383978"/>
            <a:ext cx="4461158" cy="3974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3443" y="290580"/>
            <a:ext cx="15952717" cy="18324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2AA490-4F2E-AC7C-3242-402CB2C428A7}"/>
              </a:ext>
            </a:extLst>
          </p:cNvPr>
          <p:cNvSpPr txBox="1"/>
          <p:nvPr/>
        </p:nvSpPr>
        <p:spPr>
          <a:xfrm>
            <a:off x="9643463" y="1470940"/>
            <a:ext cx="6420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Student Name: </a:t>
            </a:r>
            <a:r>
              <a:rPr lang="en-IN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S. Vishnu Teja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</a:p>
          <a:p>
            <a:pPr algn="r"/>
            <a:r>
              <a:rPr lang="en-IN" b="1" dirty="0">
                <a:solidFill>
                  <a:schemeClr val="bg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Project Guide: </a:t>
            </a:r>
            <a:r>
              <a:rPr lang="en-IN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Dr. Karthik Raj</a:t>
            </a:r>
            <a:br>
              <a:rPr lang="en-IN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r>
              <a:rPr lang="en-IN" b="1" dirty="0">
                <a:solidFill>
                  <a:schemeClr val="bg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Reg. No: </a:t>
            </a:r>
            <a:r>
              <a:rPr lang="en-IN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192224069</a:t>
            </a:r>
            <a:endParaRPr lang="en-IN" b="1" dirty="0">
              <a:solidFill>
                <a:schemeClr val="bg1"/>
              </a:solidFill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2297E4-8A21-9110-5B1A-609D6E65E2A9}"/>
              </a:ext>
            </a:extLst>
          </p:cNvPr>
          <p:cNvSpPr txBox="1"/>
          <p:nvPr/>
        </p:nvSpPr>
        <p:spPr>
          <a:xfrm>
            <a:off x="243442" y="4165335"/>
            <a:ext cx="11567551" cy="5565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SmartCity – PWD Neighborhood App is a mobile-based civic issue reporting and management system developed to improve communication between citizens and the Public Works Department (PWD).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integrated Civic Buddy provides smart issue identification support, while real-time complaint tracking, status updates, and proof-of-resolution features ensure improved transparency, accountability, and faster departmental responses compared to traditional manual reporting methods.</a:t>
            </a:r>
          </a:p>
          <a:p>
            <a:pPr marL="342900" lvl="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actively encouraging citizen participation and collaboration, the app strengthens civic engagement, improves communication with the Public Works Department, and contributes to smarter, more responsive, and sustainable urban infrastructure management.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A51438-CF05-7163-9A71-120A97F0146D}"/>
              </a:ext>
            </a:extLst>
          </p:cNvPr>
          <p:cNvSpPr txBox="1"/>
          <p:nvPr/>
        </p:nvSpPr>
        <p:spPr>
          <a:xfrm>
            <a:off x="11294262" y="21476718"/>
            <a:ext cx="43542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Fig.2 System Efficiency Analysis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1DBF19-6982-1516-8740-55A71689E934}"/>
              </a:ext>
            </a:extLst>
          </p:cNvPr>
          <p:cNvSpPr txBox="1"/>
          <p:nvPr/>
        </p:nvSpPr>
        <p:spPr>
          <a:xfrm>
            <a:off x="11940147" y="8627483"/>
            <a:ext cx="446115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1. Smart City </a:t>
            </a: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Overview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6AFB899-85B4-7251-D646-9CA4BA00FC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saturation sat="400000"/>
                    </a14:imgEffect>
                    <a14:imgEffect>
                      <a14:brightnessContrast bright="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4867"/>
          <a:stretch>
            <a:fillRect/>
          </a:stretch>
        </p:blipFill>
        <p:spPr>
          <a:xfrm>
            <a:off x="10614258" y="16830815"/>
            <a:ext cx="5714300" cy="4421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810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659</TotalTime>
  <Words>677</Words>
  <Application>Microsoft Office PowerPoint</Application>
  <PresentationFormat>Custom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Ganesh Moorthy</dc:creator>
  <cp:lastModifiedBy>Sannapureddy, Vishnu Teja (Contractor)</cp:lastModifiedBy>
  <cp:revision>43</cp:revision>
  <dcterms:created xsi:type="dcterms:W3CDTF">2023-04-19T08:35:46Z</dcterms:created>
  <dcterms:modified xsi:type="dcterms:W3CDTF">2026-05-15T06:52:56Z</dcterms:modified>
</cp:coreProperties>
</file>