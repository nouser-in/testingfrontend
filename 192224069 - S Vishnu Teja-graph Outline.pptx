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5CD"/>
    <a:srgbClr val="FCDCBF"/>
    <a:srgbClr val="BFE7FF"/>
    <a:srgbClr val="FFCFE7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1868" y="-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5" y="3527768"/>
            <a:ext cx="16459203" cy="6292277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37FD5-5EF1-EDB2-8DF3-A5AA932536BE}"/>
              </a:ext>
            </a:extLst>
          </p:cNvPr>
          <p:cNvSpPr/>
          <p:nvPr/>
        </p:nvSpPr>
        <p:spPr>
          <a:xfrm>
            <a:off x="-2" y="9835285"/>
            <a:ext cx="16459203" cy="6076719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21296-65E9-56EE-2F9B-01E9D7D98AE3}"/>
              </a:ext>
            </a:extLst>
          </p:cNvPr>
          <p:cNvSpPr/>
          <p:nvPr/>
        </p:nvSpPr>
        <p:spPr>
          <a:xfrm>
            <a:off x="-2" y="15891677"/>
            <a:ext cx="16459203" cy="628212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73F69-4CF5-AB24-E8A8-73DEEF223A8F}"/>
              </a:ext>
            </a:extLst>
          </p:cNvPr>
          <p:cNvSpPr/>
          <p:nvPr/>
        </p:nvSpPr>
        <p:spPr>
          <a:xfrm>
            <a:off x="-2" y="22179493"/>
            <a:ext cx="16459203" cy="6354475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B6150E-B6D9-0477-CF16-6A98BF9C825F}"/>
              </a:ext>
            </a:extLst>
          </p:cNvPr>
          <p:cNvSpPr/>
          <p:nvPr/>
        </p:nvSpPr>
        <p:spPr>
          <a:xfrm>
            <a:off x="-2" y="28533969"/>
            <a:ext cx="16459203" cy="4384428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19" name="Rectangle 18"/>
          <p:cNvSpPr/>
          <p:nvPr/>
        </p:nvSpPr>
        <p:spPr>
          <a:xfrm>
            <a:off x="187036" y="3691196"/>
            <a:ext cx="3261014" cy="474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2" y="2698062"/>
            <a:ext cx="16459203" cy="87542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2" name="Rectangle 21"/>
          <p:cNvSpPr/>
          <p:nvPr/>
        </p:nvSpPr>
        <p:spPr>
          <a:xfrm>
            <a:off x="187042" y="16110208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042" y="22386831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7042" y="28619376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374075" y="2799752"/>
            <a:ext cx="15505042" cy="646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buNone/>
            </a:pPr>
            <a:r>
              <a:rPr lang="en-US" sz="36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–Public Works Department’s Neighborhood App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047" y="9979922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64817" y="16561538"/>
            <a:ext cx="10349440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App achieved a mean complaint management efficiency score of 91.84 compared to 42.15 for traditional complaint systems, demonstrating an overall efficiency improvement of approximately 117.8% during evaluation. 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and AI-assisted reporting reduced manual complaint handling complexity by nearly 52%, while improving complaint visibility and notification responsiveness across multiple testing scenarios.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verification improved complaint accuracy and issue identification efficiency by approximately 63% compared to existing methods.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showed greater transparency, quicker complaint access, and having improved efficiency, making the App scalable for smart governance.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43442" y="22906032"/>
            <a:ext cx="16028715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improved civic communication by enabling citizens to report public issues digitally while increasing transparency, complaint visibility, and administrative response efficiency.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Civic Buddy assistance simplified complaint reporting through conversational interaction, helping users identify issue categories accurately while reducing confusion during complaint registration processes.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and notification features enhanced user engagement by continuously updating citizens regarding complaint progress, resolution status, and administrative workflow activities within the application.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proof image verification improved accountability by allowing users to visually confirm completed maintenance activities, increasing trust between citizens, contractors, and municipal authorities effectively.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demonstrated stable performance, user-friendly interaction, and scalable complaint management capabilities, making it suitable for improving smart governance and neighbourhood-level civic issue resolution systems.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328936" y="29227204"/>
            <a:ext cx="1594321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Developers. 2024. Android Developers Guide for Application Development Using Java and XML Technologies. Google LLC, California.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Kumar, R., and S. Prakash. 2023. “Smart Civic Issue Reporting and Tracking Systems Using Android Mobile Applications for Urban Governance.” International Journal of Smart City Technologies 12 (3): 88–97.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Sharma, P., and K. Reddy. 2022. “AI-Based Civic Complaint Management Systems for Smart Governance and Public Infrastructure Monitoring Applications.” Journal of Urban Computing and Intelligent Systems 9 (2): 45–54.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Patel, H., and M. Varma. 2021. “Real-Time Public Issue Monitoring and Complaint Tracking Using Android-Based Smart City Platforms.” International Journal of Advanced Software Engineering 7 (4): 112–120.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FB7E5-6242-6C7B-474E-D8347550AE7D}"/>
              </a:ext>
            </a:extLst>
          </p:cNvPr>
          <p:cNvSpPr txBox="1"/>
          <p:nvPr/>
        </p:nvSpPr>
        <p:spPr>
          <a:xfrm>
            <a:off x="243442" y="10398629"/>
            <a:ext cx="15952718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was developed using Android Studio with Java and XML technologies to implement complaint registration, complaint tracking, and civic issue management functionalities.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PHP and MySQL backend system was integrated to manage user authentication, complaint records, image uploads, complaint status updates, and administrative monitoring operations efficiently.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API, GPS location services, and image upload features were incorporated to support accurate issue reporting, location tagging, and complaint verification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and Dialog flow technologies were implemented through Civic Buddy to provide conversational guidance, issue identification, and AI-assisted complaint submission support for users.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was tested using multiple civic issue scenarios including potholes, garbage collection, streetlight failures, waterlogging, and road maintenance complaints to evaluate usability, responsiveness, and workflow efficiency.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03A7FA-9FB5-174D-7054-0EB5C33C7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67399" y="4383978"/>
            <a:ext cx="4461158" cy="397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443" y="290580"/>
            <a:ext cx="15952717" cy="183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2AA490-4F2E-AC7C-3242-402CB2C428A7}"/>
              </a:ext>
            </a:extLst>
          </p:cNvPr>
          <p:cNvSpPr txBox="1"/>
          <p:nvPr/>
        </p:nvSpPr>
        <p:spPr>
          <a:xfrm>
            <a:off x="9643463" y="1470940"/>
            <a:ext cx="6420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 Name: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S. Vishnu Teja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Guide: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Dr. Karthik Raj</a:t>
            </a:r>
            <a:b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Reg. No: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192224069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297E4-8A21-9110-5B1A-609D6E65E2A9}"/>
              </a:ext>
            </a:extLst>
          </p:cNvPr>
          <p:cNvSpPr txBox="1"/>
          <p:nvPr/>
        </p:nvSpPr>
        <p:spPr>
          <a:xfrm>
            <a:off x="243442" y="4165335"/>
            <a:ext cx="11567551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is a mobile-based civic issue reporting and management system developed to improve communication between citizens and the Public Works Department (PWD).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Civic Buddy provides smart issue identification support, while real-time complaint tracking, status updates, and proof-of-resolution features ensure improved transparency, accountability, and faster departmental responses compared to traditional manual reporting methods.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actively encouraging citizen participation and collaboration, the app strengthens civic engagement, improves communication with the Public Works Department, and contributes to smarter, more responsive, and sustainable urban infrastructure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51438-CF05-7163-9A71-120A97F0146D}"/>
              </a:ext>
            </a:extLst>
          </p:cNvPr>
          <p:cNvSpPr txBox="1"/>
          <p:nvPr/>
        </p:nvSpPr>
        <p:spPr>
          <a:xfrm>
            <a:off x="11294262" y="21476718"/>
            <a:ext cx="4354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System Efficiency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1DBF19-6982-1516-8740-55A71689E934}"/>
              </a:ext>
            </a:extLst>
          </p:cNvPr>
          <p:cNvSpPr txBox="1"/>
          <p:nvPr/>
        </p:nvSpPr>
        <p:spPr>
          <a:xfrm>
            <a:off x="11940147" y="8627483"/>
            <a:ext cx="446115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 Smart City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6AFB899-85B4-7251-D646-9CA4BA00F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867"/>
          <a:stretch>
            <a:fillRect/>
          </a:stretch>
        </p:blipFill>
        <p:spPr>
          <a:xfrm>
            <a:off x="10614258" y="16830815"/>
            <a:ext cx="5714300" cy="44213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663</TotalTime>
  <Words>677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Sannapureddy, Vishnu Teja (Contractor)</cp:lastModifiedBy>
  <cp:revision>44</cp:revision>
  <dcterms:created xsi:type="dcterms:W3CDTF">2023-04-19T08:35:46Z</dcterms:created>
  <dcterms:modified xsi:type="dcterms:W3CDTF">2026-05-15T06:57:38Z</dcterms:modified>
</cp:coreProperties>
</file>